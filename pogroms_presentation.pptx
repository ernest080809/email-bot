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ЕВРЕЙСКИЕ ПОГРОМЫ В РОССИЙСКОЙ ИМПЕРИИ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D4A017"/>
                </a:solidFill>
              </a:rPr>
              <a:t>1881–1906 годы: причины, события, последствия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DDDDD"/>
                </a:solidFill>
              </a:rPr>
              <a:t>История • Россия • XIX–XX вв.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ЧТО ТАКОЕ ПОГРОМ?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Слово «погром» происходит от русского «громить» — разрушать, уничтожать.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Массовое насилие в отношении этнической или религиозной группы, как правило организованное или попустительствуемое властями.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Термин вошёл в международный оборот именно благодаря событиям в Российской империи и сегодня используется в большинстве языков мира.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Включал убийства, изнасилования, поджоги домов и лавок, грабёж имущества.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Жертвами становилось еврейское население черты оседлости — территорий, где евреям разрешалось проживать.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ИСТОРИЧЕСКИЙ КОНТЕКСТ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4A017"/>
                </a:solidFill>
              </a:rPr>
              <a:t>Черта оседлости (1791–1917)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DDDDDD"/>
                </a:solidFill>
              </a:rPr>
              <a:t>▸ Около 5 миллионов евреев были обязаны жить в западных губерниях империи.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DDDDDD"/>
                </a:solidFill>
              </a:rPr>
              <a:t>▸ Ограничения в образовании (процентная норма), запрет на многие профессии, принудительный воинский призыв.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DDDDDD"/>
                </a:solidFill>
              </a:rPr>
              <a:t>▸ Экономическое и правовое бесправие создавало напряжённость между еврейским и нееврейским населением.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4A017"/>
                </a:solidFill>
              </a:rPr>
              <a:t>Политическая обстановка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DDDDDD"/>
                </a:solidFill>
              </a:rPr>
              <a:t>▸ Убийство Александра II (1881) властями использовалось для разжигания антисемитских настроений.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DDDDDD"/>
                </a:solidFill>
              </a:rPr>
              <a:t>▸ Государственный антисемитизм: «Майские законы» 1882 года ужесточили ограничения.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DDDDDD"/>
                </a:solidFill>
              </a:rPr>
              <a:t>▸ Православная церковь и националистическая пресса активно распространяли антисемитские мифы.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ТРИ ВОЛНЫ ПОГРОМОВ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1430000" cy="1554480"/>
          </a:xfrm>
          <a:prstGeom prst="rect">
            <a:avLst/>
          </a:prstGeom>
          <a:solidFill>
            <a:srgbClr val="2C2C4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I волна  1881–1884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DDDDD"/>
                </a:solidFill>
              </a:rPr>
              <a:t>После убийства Александра II. Охватила более 200 городов и местечек.
Одесса, Киев, Елисаветград. Тысячи семей разорены, сотни убиты.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11430000" cy="1554480"/>
          </a:xfrm>
          <a:prstGeom prst="rect">
            <a:avLst/>
          </a:prstGeom>
          <a:solidFill>
            <a:srgbClr val="2C2C4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II волна  1903–1906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DDDDD"/>
                </a:solidFill>
              </a:rPr>
              <a:t>Кишинёвский погром 1903 г.: 49 убитых, 586 раненых — международный резонанс.
Погром в Кишинёве организован при прямом участии полиции и властей.
Октябрьские погромы 1905 г. — более 600 городов, свыше 3 000 убитых.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663440"/>
            <a:ext cx="11430000" cy="1554480"/>
          </a:xfrm>
          <a:prstGeom prst="rect">
            <a:avLst/>
          </a:prstGeom>
          <a:solidFill>
            <a:srgbClr val="2C2C4A"/>
          </a:solidFill>
          <a:ln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7091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A017"/>
                </a:solidFill>
              </a:rPr>
              <a:t>III волна  1918–1921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66359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DDDDD"/>
                </a:solidFill>
              </a:rPr>
              <a:t>Гражданская война. Самая кровопролитная: ок. 50–200 тыс. погибших.
Участники: белые армии, петлюровцы, банды атаманов, красные части.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КАК ПРОХОДИЛИ ПОГРОМЫ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4A017"/>
                </a:solidFill>
              </a:rPr>
              <a:t>Типичный сценарий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DDDDDD"/>
                </a:solidFill>
              </a:rPr>
              <a:t>▸ Провокация или ложный слух (обвинения в ритуальных убийствах, «кровавый навет»).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DDDDDD"/>
                </a:solidFill>
              </a:rPr>
              <a:t>▸ Толпа горожан и крестьян нападала на еврейский квартал.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DDDDDD"/>
                </a:solidFill>
              </a:rPr>
              <a:t>▸ Полиция бездействовала или сама участвовала в насилии.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DDDDDD"/>
                </a:solidFill>
              </a:rPr>
              <a:t>▸ Дома и синагоги поджигались, имущество разграблялось.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DDDDDD"/>
                </a:solidFill>
              </a:rPr>
              <a:t>▸ Через 2–3 дня власти «восстанавливали порядок», виновные редко наказывались.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4A017"/>
                </a:solidFill>
              </a:rPr>
              <a:t>Роль государства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DDDDDD"/>
                </a:solidFill>
              </a:rPr>
              <a:t>▸ «Чёрная сотня» — монархические организации, организовывавшие нападения.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DDDDDD"/>
                </a:solidFill>
              </a:rPr>
              <a:t>▸ Министерство внутренних дел нередко знало о готовящихся погромах.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DDDDDD"/>
                </a:solidFill>
              </a:rPr>
              <a:t>▸ «Протоколы сионских мудрецов» (1903) — антисемитская фальшивка, распространявшаяся охранкой.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DDDDDD"/>
                </a:solidFill>
              </a:rPr>
              <a:t>▸ Суды выносили мягкие приговоры погромщикам или оправдывали их.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DDDDDD"/>
                </a:solidFill>
              </a:rPr>
              <a:t>▸ Евреев же обвиняли в «провоцировании» насилия.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КИШИНЁВСКИЙ ПОГРОМ 1903 ГОДА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4A017"/>
                </a:solidFill>
              </a:rPr>
              <a:t>Крупнейший погром эпохи — поворотный момент в мировой истории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DDDDDD"/>
                </a:solidFill>
              </a:rPr>
              <a:t>▸ Дата: 19–20 апреля 1903 г. (Пасха по православному календарю).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DDDDDD"/>
                </a:solidFill>
              </a:rPr>
              <a:t>▸ Поводом послужили ложные обвинения в ритуальном убийстве христианского мальчика.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DDDDDD"/>
                </a:solidFill>
              </a:rPr>
              <a:t>▸ Губернатор фон Раабен заранее знал о погроме и не принял мер.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DDDDDD"/>
                </a:solidFill>
              </a:rPr>
              <a:t>▸ Погибли 49 человек, 586 ранены, разрушено более 700 домов и 600 лавок.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DDDDDD"/>
                </a:solidFill>
              </a:rPr>
              <a:t>▸ Около 2 000 семей лишились крова.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DDDDDD"/>
                </a:solidFill>
              </a:rPr>
              <a:t>▸ Международная реакция: протесты в США, Великобритании, Франции.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DDDDDD"/>
                </a:solidFill>
              </a:rPr>
              <a:t>▸ Поэт Хаим Нахман Бялик написал поэму «В городе резни» — обвинение в пассивности жертв.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DDDDDD"/>
                </a:solidFill>
              </a:rPr>
              <a:t>▸ Погром ускорил эмиграцию евреев в США и Палестину, стал импульсом для сионистского движения.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ПОСЛЕДСТВИЯ И ЗНАЧЕНИЕ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A017"/>
                </a:solidFill>
              </a:rPr>
              <a:t>Демографические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DDDDDD"/>
                </a:solidFill>
              </a:rPr>
              <a:t>• 1881–1914: более 2 млн евреев эмигрировали из России, прежде всего в США.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DDDDDD"/>
                </a:solidFill>
              </a:rPr>
              <a:t>• Общины местечек были уничтожены или рассеяны.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DDDDDD"/>
                </a:solidFill>
              </a:rPr>
              <a:t>• Рост еврейского населения в Нью-Йорке, Чикаго, Лондоне.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A017"/>
                </a:solidFill>
              </a:rPr>
              <a:t>Политические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9164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DDDDDD"/>
                </a:solidFill>
              </a:rPr>
              <a:t>• Погромы дали мощный импульс сионизму (Теодор Герцль, I Сионистский конгресс 1897).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DDDDDD"/>
                </a:solidFill>
              </a:rPr>
              <a:t>• Усиление еврейского самообороны — организация «Бунд».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DDDDDD"/>
                </a:solidFill>
              </a:rPr>
              <a:t>• Международное осуждение царского режима.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A017"/>
                </a:solidFill>
              </a:rPr>
              <a:t>Исторические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9164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DDDDDD"/>
                </a:solidFill>
              </a:rPr>
              <a:t>• Погромы стали прообразом геноцидной политики XX века.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DDDDDD"/>
                </a:solidFill>
              </a:rPr>
              <a:t>• Опыт погромов учитывался при планировании Холокоста нацистской Германией.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DDDDDD"/>
                </a:solidFill>
              </a:rPr>
              <a:t>• Слово «погром» вошло во все мировые языки как термин для обозначения организованного насилия.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СОПРОТИВЛЕНИЕ И САМООБОРОНА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После погромов 1881 г. возникли первые отряды еврейской самообороны в Одессе и Варшаве.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Бунд (Всеобщий еврейский рабочий союз, осн. 1897) создавал боевые дружины.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В 1903–1905 гг. самооборона действовала в десятках городов; в Гомеле в 1903 г. евреи впервые дали организованный отпор.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Это изменило образ «пассивной жертвы» и заложило основы для еврейских воинских традиций.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Хаим Нахман Бялик в поэме «В городе резни» призывал к отказу от пассивности.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Идеи самозащиты стали частью сионистской идеологии и впоследствии — основой Хаганы в Палестине.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ПАМЯТЬ И УРОКИ ИСТОРИИ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Погромы в Российской империи — одна из первых массовых этнических чисток в Новейшей истории.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Они показали, как государство может использовать или поощрять этническое насилие в политических целях.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Память о погромах вошла в коллективную память еврейского народа наравне с Холокостом.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Термин «погром» используется ООН и правозащитными организациями как обозначение организованного насилия.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Изучение погромов помогает понять механизмы геноцида и важность защиты прав меньшинств.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Страны-преемники Российской империи официально признали погромы преступлениями.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ИТОГИ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Погромы были не стихийными вспышками, а систематическим государственным террором.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Они уничтожили тысячи жизней и общин, изменив демографию целого региона.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Погромы дали импульс еврейской эмиграции, сионизму и движению за самооборону.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Их наследие — в понимании того, как ненависть, укоренённая в законе и культуре, ведёт к массовому насилию.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DDDDDD"/>
                </a:solidFill>
              </a:rPr>
              <a:t>▸ «Те, кто не помнит прошлого, обречены пережить его вновь.»  — Джордж Сантаяна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DDDDD"/>
                </a:solidFill>
              </a:rPr>
              <a:t>Источники: Энциклопедия Холокоста (Яд Вашем) • YIVO Encyclopedia • Шаул Штампфер, Джон Д. Клир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